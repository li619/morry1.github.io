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317" r:id="rId2"/>
    <p:sldId id="318" r:id="rId3"/>
    <p:sldId id="319" r:id="rId4"/>
    <p:sldId id="320" r:id="rId5"/>
    <p:sldId id="321" r:id="rId6"/>
    <p:sldId id="323" r:id="rId7"/>
    <p:sldId id="322" r:id="rId8"/>
    <p:sldId id="324" r:id="rId9"/>
    <p:sldId id="325" r:id="rId10"/>
    <p:sldId id="327" r:id="rId11"/>
    <p:sldId id="326" r:id="rId12"/>
    <p:sldId id="328" r:id="rId13"/>
    <p:sldId id="329" r:id="rId14"/>
    <p:sldId id="330" r:id="rId15"/>
    <p:sldId id="331" r:id="rId16"/>
    <p:sldId id="332" r:id="rId17"/>
    <p:sldId id="333" r:id="rId18"/>
    <p:sldId id="33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26" autoAdjust="0"/>
  </p:normalViewPr>
  <p:slideViewPr>
    <p:cSldViewPr snapToGrid="0">
      <p:cViewPr varScale="1">
        <p:scale>
          <a:sx n="93" d="100"/>
          <a:sy n="93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D4827-D199-46FE-87A6-A824730A191E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1C576-AF50-43C4-973D-4FA3D6D10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266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30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299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12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0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06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56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0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25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45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1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21680E9-6856-4A3E-9251-D2B9FDF7385B}" type="datetimeFigureOut">
              <a:rPr lang="zh-CN" altLang="en-US" smtClean="0"/>
              <a:t>2024/9/11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83EA551-5CF7-464F-A75D-87CFB8314AE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94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nodejs.cn/lear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7D153-13AA-1BE7-6B02-2AAE46C9F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8000" dirty="0"/>
              <a:t>JavaScript </a:t>
            </a:r>
            <a:r>
              <a:rPr lang="zh-CN" altLang="en-US" sz="8000" dirty="0"/>
              <a:t>快速入门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2C8179-E03F-8962-D6CF-2EC0E0803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en-US" altLang="zh-CN" dirty="0" err="1"/>
              <a:t>javascript</a:t>
            </a:r>
            <a:r>
              <a:rPr lang="zh-CN" altLang="en-US" dirty="0"/>
              <a:t>权威指南第七版</a:t>
            </a:r>
            <a:r>
              <a:rPr lang="en-US" altLang="zh-CN" dirty="0"/>
              <a:t>》1.3</a:t>
            </a:r>
            <a:r>
              <a:rPr lang="zh-CN" altLang="en-US"/>
              <a:t>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18128-F103-4C78-992C-7997B903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</a:t>
            </a:r>
            <a:r>
              <a:rPr lang="en-US" altLang="zh-CN" dirty="0" err="1"/>
              <a:t>Javascript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9B672F-8B0C-DC71-FA6D-D864900F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浏览器交互式运行</a:t>
            </a:r>
            <a:endParaRPr lang="en-US" altLang="zh-CN" dirty="0"/>
          </a:p>
          <a:p>
            <a:r>
              <a:rPr lang="en-US" altLang="zh-CN" dirty="0" err="1"/>
              <a:t>Jupyter</a:t>
            </a:r>
            <a:r>
              <a:rPr lang="en-US" altLang="zh-CN" dirty="0"/>
              <a:t> notebook</a:t>
            </a:r>
          </a:p>
          <a:p>
            <a:r>
              <a:rPr lang="en-US" altLang="zh-CN" dirty="0" err="1"/>
              <a:t>vscode</a:t>
            </a:r>
            <a:r>
              <a:rPr lang="en-US" altLang="zh-CN" dirty="0"/>
              <a:t> + node.js</a:t>
            </a:r>
          </a:p>
          <a:p>
            <a:endParaRPr lang="en-US" altLang="zh-CN" dirty="0"/>
          </a:p>
          <a:p>
            <a:r>
              <a:rPr lang="en-US" altLang="zh-CN" dirty="0">
                <a:hlinkClick r:id="rId2"/>
              </a:rPr>
              <a:t>Node.js </a:t>
            </a:r>
            <a:r>
              <a:rPr lang="zh-CN" altLang="en-US" dirty="0">
                <a:hlinkClick r:id="rId2"/>
              </a:rPr>
              <a:t>简介 </a:t>
            </a:r>
            <a:r>
              <a:rPr lang="en-US" altLang="zh-CN" dirty="0">
                <a:hlinkClick r:id="rId2"/>
              </a:rPr>
              <a:t>(nodejs.cn)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0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ABEAA74-9309-D394-B365-10AA82BDF2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9634" y="186671"/>
            <a:ext cx="10058400" cy="74450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变量与基本类型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D42C978-5AE9-5CAD-105C-197CC2552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9969"/>
            <a:ext cx="12192000" cy="34654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852B08-124B-96D6-4101-005B7A2F1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8337"/>
            <a:ext cx="9419136" cy="44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6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AADC01B5-8196-E6E2-E0EA-88CABFA43706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对象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ED75D3-48F8-96A1-66A9-896153FFF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38" y="1239157"/>
            <a:ext cx="9311113" cy="389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2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AADC01B5-8196-E6E2-E0EA-88CABFA43706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数组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0F3591-40B4-4139-A520-8841CC29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7" y="1633896"/>
            <a:ext cx="11662965" cy="322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7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AADC01B5-8196-E6E2-E0EA-88CABFA43706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数组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AEB411-23F2-2E00-4028-615B2EB8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9" y="1275255"/>
            <a:ext cx="8933328" cy="20989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4040E41-F161-5F69-F287-2E84F6B12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09" y="3467020"/>
            <a:ext cx="9319222" cy="7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D6E683-4E1B-DE7F-53F7-0C536C498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48" y="1299025"/>
            <a:ext cx="9104515" cy="4626749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A9BB5E5D-F42F-7358-3B2E-23FFF3EA9F12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算术运算符</a:t>
            </a:r>
          </a:p>
        </p:txBody>
      </p:sp>
    </p:spTree>
    <p:extLst>
      <p:ext uri="{BB962C8B-B14F-4D97-AF65-F5344CB8AC3E}">
        <p14:creationId xmlns:p14="http://schemas.microsoft.com/office/powerpoint/2010/main" val="3169063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9BB5E5D-F42F-7358-3B2E-23FFF3EA9F12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逻辑运算符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392EA0-2A8C-31ED-4918-1FD57304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828" y="1083248"/>
            <a:ext cx="9592578" cy="46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011BAF01-BA29-FB86-0D61-93CC52ADF3F5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函数和函数变量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D43561-B167-2A78-B95E-3816180D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97" y="1102691"/>
            <a:ext cx="10170985" cy="37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6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011BAF01-BA29-FB86-0D61-93CC52ADF3F5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箭头函数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15E2138-4A84-B8AD-BDFB-EB68F95F9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22" y="1650785"/>
            <a:ext cx="9788609" cy="856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E2763B-C443-EE8A-9401-78B4B3833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62" y="2507045"/>
            <a:ext cx="8440543" cy="74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8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011BAF01-BA29-FB86-0D61-93CC52ADF3F5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D8433C-A46F-57D4-DF9B-65D61E29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82" y="1025324"/>
            <a:ext cx="9864236" cy="489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8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96A9353A-1E82-C66B-FA36-68EAE41A12D0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条件分支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D8E56F-579A-072F-CEE9-9D876C99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134" y="1369476"/>
            <a:ext cx="9581553" cy="318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96A9353A-1E82-C66B-FA36-68EAE41A12D0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of </a:t>
            </a:r>
            <a:r>
              <a:rPr lang="zh-CN" altLang="en-US" sz="3600" dirty="0"/>
              <a:t>循环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C6E852-4D71-6966-50CA-C7206AC55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29" y="1906091"/>
            <a:ext cx="10167756" cy="26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68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96A9353A-1E82-C66B-FA36-68EAE41A12D0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while</a:t>
            </a:r>
            <a:r>
              <a:rPr lang="zh-CN" altLang="en-US" sz="3600" dirty="0"/>
              <a:t>循环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6A58D5-4F09-A95A-32F7-3FED59020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76" y="1134853"/>
            <a:ext cx="9926125" cy="18935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997627-99AC-C7AE-AD52-D5C0B56AA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07" y="3020036"/>
            <a:ext cx="9112541" cy="92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1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96A9353A-1E82-C66B-FA36-68EAE41A12D0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for</a:t>
            </a:r>
            <a:r>
              <a:rPr lang="zh-CN" altLang="en-US" sz="3600" dirty="0"/>
              <a:t>循环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7A5B8-CE0F-24FC-DED4-2313D708D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86" y="1679463"/>
            <a:ext cx="10756589" cy="222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08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96A9353A-1E82-C66B-FA36-68EAE41A12D0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62716D-BADB-5BDF-6A29-2D23C3332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35" y="513046"/>
            <a:ext cx="9661173" cy="535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2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AB586CCB-16FF-F54E-259B-B78F37C0F01B}"/>
              </a:ext>
            </a:extLst>
          </p:cNvPr>
          <p:cNvSpPr txBox="1">
            <a:spLocks/>
          </p:cNvSpPr>
          <p:nvPr/>
        </p:nvSpPr>
        <p:spPr>
          <a:xfrm>
            <a:off x="279634" y="186671"/>
            <a:ext cx="10058400" cy="7445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函数闭包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7C9EB8-69BA-EE3D-8D84-27871CD2D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789" y="245586"/>
            <a:ext cx="7105739" cy="605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2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BA1ED59C-987F-9EFB-C3EE-FF4107CF7FCB}"/>
              </a:ext>
            </a:extLst>
          </p:cNvPr>
          <p:cNvSpPr txBox="1">
            <a:spLocks/>
          </p:cNvSpPr>
          <p:nvPr/>
        </p:nvSpPr>
        <p:spPr>
          <a:xfrm>
            <a:off x="279633" y="186671"/>
            <a:ext cx="10516997" cy="27998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/>
              <a:t>作业：</a:t>
            </a:r>
            <a:endParaRPr lang="en-US" altLang="zh-CN" sz="3600" dirty="0"/>
          </a:p>
          <a:p>
            <a:r>
              <a:rPr lang="zh-CN" altLang="en-US" sz="3600" dirty="0"/>
              <a:t>使用</a:t>
            </a:r>
            <a:r>
              <a:rPr lang="en-US" altLang="zh-CN" sz="3600" dirty="0" err="1"/>
              <a:t>Javascript</a:t>
            </a:r>
            <a:r>
              <a:rPr lang="zh-CN" altLang="en-US" sz="3600" dirty="0"/>
              <a:t>定义一个堆栈类，给出几个使用的例子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98265799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14027</TotalTime>
  <Words>75</Words>
  <Application>Microsoft Office PowerPoint</Application>
  <PresentationFormat>Widescreen</PresentationFormat>
  <Paragraphs>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等线</vt:lpstr>
      <vt:lpstr>Calibri</vt:lpstr>
      <vt:lpstr>Calibri Light</vt:lpstr>
      <vt:lpstr>回顾</vt:lpstr>
      <vt:lpstr>JavaScript 快速入门</vt:lpstr>
      <vt:lpstr>运行Javascript</vt:lpstr>
      <vt:lpstr>变量与基本类型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web开发</dc:title>
  <dc:creator>zhu tao</dc:creator>
  <cp:lastModifiedBy>tao zhu</cp:lastModifiedBy>
  <cp:revision>39</cp:revision>
  <dcterms:created xsi:type="dcterms:W3CDTF">2022-09-12T13:18:11Z</dcterms:created>
  <dcterms:modified xsi:type="dcterms:W3CDTF">2024-09-11T14:47:14Z</dcterms:modified>
</cp:coreProperties>
</file>